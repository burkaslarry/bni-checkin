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EventXP 使用教學</a:t>
            </a:r>
          </a:p>
          <a:p>
            <a:pPr>
              <a:spcBef>
                <a:spcPts val="1000"/>
              </a:spcBef>
              <a:defRPr sz="1700">
                <a:solidFill>
                  <a:srgbClr val="475569"/>
                </a:solidFill>
              </a:defRPr>
            </a:pPr>
            <a:r>
              <a:t>BNI Anchor 活動簽到 · 現場＋管理員操作</a:t>
            </a:r>
            <a:br/>
            <a:r>
              <a:t>InnovateXP Limited · innovatexp.co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網址同三大角色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簽到首頁：https://bni-anchor-checkin.vercel.app</a:t>
            </a:r>
            <a:br/>
            <a:r>
              <a:t>管理後台：https://bni-anchor-checkin.vercel.app/admin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會員：掃描活動 QR，或由列表揀姓名簽到。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嘉賓（預先登記）：喺簽到表單用搜尋揀自己，再確認簽到。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管理員：後台建立／切換「當前活動」、產 QR、睇報告、匯出 CSV。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會員簽到（現場）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1. 打開簽到首頁 → 進入會員簽到。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2. 用相機掃描**當次活動** QR（或由主辦提供連結進入）。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3. 若掃描有問題：可用列表搜尋姓名／專業，揀中後按確認簽到。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4. 已成功簽到會提示；重複簽到會被拒絕。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89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提示：簽到綁定「當前活動」，現場請確認主辦已設好活動。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嘉賓簽到（預先登記名單）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1. 簽到頁揀「嘉賓」→ 用搜尋框搵自己姓名或專業。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2. 揀中後按確認簽到。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3. 名冊可按右側圖示重新載入，與後台同步。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公開嘉賓登記（無需登入）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連結形如：…/public/guest?eventID=（活動編號）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管理員可喺後台「公開嘉賓連結」頁複製連結分享。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填寫必填欄位＋驗證題答案正確後，才能提交（防機械人）。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提交後資料入庫，可喺「嘉賓管理」用活動日期篩選查看。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管理後台 · 活動同 QR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進入 /admin →「新增活動和二維碼」。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填活動名稱、日期、時段、準時截止時間等 → 建立活動。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喺「活動管理」將正進行緊嘅活動設為「當前活動」（現場簽到會跟呢個）。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產生／下載 QR，投影或印刷俾會員掃描。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報告、記錄、匯出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「即時簽到狀態」頁（/report）：出席／缺席、篩選、自動更新。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可切換「簽到記錄 CSV」分頁：搜尋、篩選、單筆刪除、匯出。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後台「匯出」區：可從伺服器揀檔名下載（已對齊活動嘅出席狀態）。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常見情況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掃描失敗 → 改用手動揀會員／確認光線用緊正確活動 QR。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顯示已簽到 → 每人每活動一般只可簽一次；有需要搵管理員。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匯出亂碼 → 檔案為 UTF-8 BOM；用 Excel 開啟通常正常。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會員／嘉賓名單來自後端資料庫；更新請聯絡管理員。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需要幫手？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InnovateXP Limited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https://innovatexp.co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</a:defRPr>
            </a:pPr>
            <a:r>
              <a:t>本簡報可由 repo 內 `python3 scripts/build_eventxp_user_training_deck.py` 重新產生。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